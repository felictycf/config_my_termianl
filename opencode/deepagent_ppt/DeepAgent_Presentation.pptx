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9778" y="1412974"/>
            <a:ext cx="598444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752"/>
              </a:spcBef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579778" y="2587675"/>
            <a:ext cx="59844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4000"/>
              </a:spcAft>
              <a:buNone/>
            </a:pPr>
            <a:r>
              <a:rPr lang="en-US" sz="2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自主推理与工具使用的下一代 AI 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9778" y="3600450"/>
            <a:ext cx="59844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i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从浅层循环到深度智能代理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39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DeepAgent?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1177826"/>
            <a:ext cx="8636198" cy="1100584"/>
          </a:xfrm>
          <a:prstGeom prst="roundRect">
            <a:avLst>
              <a:gd name="adj" fmla="val 6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01" y="1406426"/>
            <a:ext cx="834257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2501" y="1620887"/>
            <a:ext cx="834257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 是一个用于构建自主 AI 代理的框架,能够执行多步骤推理、动态发现和执行工具、管理可扩展的记忆系统,并自主处理长期任务。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901" y="2507010"/>
            <a:ext cx="8636198" cy="1763464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7713" y="2507010"/>
            <a:ext cx="0" cy="1763464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126" y="2735610"/>
            <a:ext cx="829400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126" y="2950071"/>
            <a:ext cx="8131373" cy="10284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多步骤推理 - 规划并执行复杂工作流程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工具系统 - 动态发现并调用所需工具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记忆管理 - 分为情景、工作和长期记忆</a:t>
            </a:r>
            <a:endParaRPr lang="en-US" sz="12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子代理委托 - 生成专门子代理处理不同任务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7450" y="1330077"/>
            <a:ext cx="1936849" cy="3495973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050" y="15586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0540" y="1697087"/>
            <a:ext cx="1009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6050" y="2193578"/>
            <a:ext cx="15092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自主规划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6050" y="2634853"/>
            <a:ext cx="1509242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能够将复杂任务分解为子任务,制定详细计划并跟踪进度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08200" y="1330077"/>
            <a:ext cx="1936849" cy="3495973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6800" y="15586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41290" y="1697087"/>
            <a:ext cx="1009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36800" y="2193578"/>
            <a:ext cx="15092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记忆管理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36800" y="2634853"/>
            <a:ext cx="1509242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将交互历史分为情景记忆、工作记忆和长期记忆,实现持久化知识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8950" y="1330077"/>
            <a:ext cx="1936849" cy="3495973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7550" y="15586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32040" y="1697087"/>
            <a:ext cx="1009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27550" y="2193578"/>
            <a:ext cx="15092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工具系统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27550" y="2634853"/>
            <a:ext cx="1509242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动态发现并执行工具,支持文件系统、Web、API 等多种能力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9700" y="1330077"/>
            <a:ext cx="1936849" cy="3495973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8300" y="15586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22790" y="1697087"/>
            <a:ext cx="10095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8300" y="2193578"/>
            <a:ext cx="15092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子代理委托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18300" y="2634853"/>
            <a:ext cx="1509242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为不同任务生成专门化的子代理,实现并行处理和专业化分工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 四大支柱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1063526"/>
            <a:ext cx="8686800" cy="794891"/>
          </a:xfrm>
          <a:prstGeom prst="roundRect">
            <a:avLst>
              <a:gd name="adj" fmla="val 9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2413" y="1063526"/>
            <a:ext cx="0" cy="79489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126" y="1190476"/>
            <a:ext cx="8294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代理状态与生命周期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126" y="1533376"/>
            <a:ext cx="829400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管理代理的初始化、执行和终止状态,确保任务的一致性和可追溯性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985367"/>
            <a:ext cx="8686800" cy="794891"/>
          </a:xfrm>
          <a:prstGeom prst="roundRect">
            <a:avLst>
              <a:gd name="adj" fmla="val 9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2413" y="1985367"/>
            <a:ext cx="0" cy="79489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126" y="2112318"/>
            <a:ext cx="8294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事件系统与流式传输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126" y="2455218"/>
            <a:ext cx="829400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基于事件的架构支持实时响应和流式输出,提供即时反馈能力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2907209"/>
            <a:ext cx="8686800" cy="794891"/>
          </a:xfrm>
          <a:prstGeom prst="roundRect">
            <a:avLst>
              <a:gd name="adj" fmla="val 9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2413" y="2907209"/>
            <a:ext cx="0" cy="79489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126" y="3034159"/>
            <a:ext cx="8294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工具系统架构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126" y="3377059"/>
            <a:ext cx="829400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灵活的工具注册、发现和执行机制,支持动态扩展工具能力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" y="3829050"/>
            <a:ext cx="8686800" cy="794891"/>
          </a:xfrm>
          <a:prstGeom prst="roundRect">
            <a:avLst>
              <a:gd name="adj" fmla="val 9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2413" y="3829050"/>
            <a:ext cx="0" cy="79489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126" y="3956000"/>
            <a:ext cx="82940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内置工具集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126" y="4298900"/>
            <a:ext cx="829400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提供规划工具、文件系统工具、子代理委托、Web 工具等开箱即用的能力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AI vs DeepAgent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7450" y="1152376"/>
            <a:ext cx="8509099" cy="3037880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内置工具集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9350" y="1050875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9350" y="1069925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1241375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规划工具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1593800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write_todos: 创建和管理任务列表,实现任务分解和进度跟踪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86300" y="1050875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069925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1241375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文件系统工具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4900" y="1593800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write, edit: 读取、写入和编辑文件,实现持久化存储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9350" y="2156371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79350" y="2175421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2346871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子代理委托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950" y="2699296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生成专门化的子代理处理不同领域的复杂任务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6300" y="2156371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2175421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4900" y="2346871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执行工具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4900" y="2699296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在受控沙箱环境中执行代码和命令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9350" y="3261866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9350" y="3280916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3452366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 工具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950" y="3804791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fetch: 搜索网络、获取网页内容和 API 数据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6300" y="3261866"/>
            <a:ext cx="4178350" cy="876895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6300" y="3280916"/>
            <a:ext cx="4178350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4900" y="3452366"/>
            <a:ext cx="37955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存储系统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14900" y="3804791"/>
            <a:ext cx="379557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支持多种存储后端,实现数据的持久化和检索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782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936427"/>
            <a:ext cx="1962150" cy="397847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546027"/>
            <a:ext cx="169049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1000" y="2704802"/>
            <a:ext cx="1690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研究代理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066752"/>
            <a:ext cx="1657350" cy="16957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多步骤研究和信息收集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从多个来源综合信息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生成研究报告和文档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70100" y="936427"/>
            <a:ext cx="1962150" cy="397847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2500" y="1546027"/>
            <a:ext cx="169049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22500" y="2704802"/>
            <a:ext cx="1690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编程代理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22500" y="3066752"/>
            <a:ext cx="1657350" cy="16957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构建完整应用程序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调试和修复代码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编写和执行测试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1601" y="936427"/>
            <a:ext cx="1962150" cy="397847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4001" y="1546027"/>
            <a:ext cx="169049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64001" y="2704802"/>
            <a:ext cx="1690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文档处理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64001" y="3066752"/>
            <a:ext cx="1657350" cy="16957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 PDF 和文档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RAG 聊天机器人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生成报告和摘要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53101" y="936427"/>
            <a:ext cx="1962150" cy="397847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05501" y="1546027"/>
            <a:ext cx="169049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05501" y="2704802"/>
            <a:ext cx="16904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自动化任务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5501" y="3066752"/>
            <a:ext cx="1657350" cy="16957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 Shell 命令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API 和数据库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自动化工作流程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782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主要框架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1025277"/>
            <a:ext cx="4032349" cy="3800773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49089"/>
            <a:ext cx="4032349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351" y="1326803"/>
            <a:ext cx="35950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DeepAgents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1351" y="2228404"/>
            <a:ext cx="3524548" cy="122842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LangGraph 架构构建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 CLI 工具进行终端操作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支持跨会话的持久化记忆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强大的社区支持和文档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94200" y="1025277"/>
            <a:ext cx="4032349" cy="3800773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94200" y="1049089"/>
            <a:ext cx="4032349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8101" y="1326803"/>
            <a:ext cx="35950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AI-SDK DeepAgent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48101" y="2256979"/>
            <a:ext cx="3524548" cy="122842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四大支柱架构设计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事件驱动架构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支持流式传输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 API 参考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DeepAgent Presentation</dc:title>
  <dc:subject>PptxGenJS Presentation</dc:subject>
  <dc:creator>Sisyphus</dc:creator>
  <cp:lastModifiedBy>Sisyphus</cp:lastModifiedBy>
  <cp:revision>1</cp:revision>
  <dcterms:created xsi:type="dcterms:W3CDTF">2026-01-17T11:12:38Z</dcterms:created>
  <dcterms:modified xsi:type="dcterms:W3CDTF">2026-01-17T11:12:38Z</dcterms:modified>
</cp:coreProperties>
</file>