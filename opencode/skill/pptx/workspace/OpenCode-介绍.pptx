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A8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0214" y="994321"/>
            <a:ext cx="314357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405990" y="1953071"/>
            <a:ext cx="23318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 AI 编码助手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150047" y="3092797"/>
            <a:ext cx="2843757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终端界面 · 桌面应用 · IDE 扩展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50047" y="3620988"/>
            <a:ext cx="2843757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https://opencode.ai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OpenCode?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1527125"/>
            <a:ext cx="8128099" cy="1828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 AI 编码助手</a:t>
            </a:r>
            <a:pPr algn="l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可自由使用和修改</a:t>
            </a:r>
            <a:endParaRPr lang="en-US" sz="1800" dirty="0"/>
          </a:p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多平台支持</a:t>
            </a:r>
            <a:pPr algn="l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终端界面、桌面应用、IDE 扩展</a:t>
            </a:r>
            <a:endParaRPr lang="en-US" sz="1800" dirty="0"/>
          </a:p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灵活配置</a:t>
            </a:r>
            <a:pPr algn="l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支持任意 LLM 提供商</a:t>
            </a:r>
            <a:endParaRPr lang="en-US" sz="1800" dirty="0"/>
          </a:p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智能协作</a:t>
            </a:r>
            <a:pPr algn="l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理解项目结构，遵循编码规范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OpenCode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1763" y="1206401"/>
            <a:ext cx="0" cy="67285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7975" y="1307902"/>
            <a:ext cx="79311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快速安装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07975" y="1606302"/>
            <a:ext cx="7931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https://opencode.ai/install | bash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1763" y="2031653"/>
            <a:ext cx="0" cy="67285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2133154"/>
            <a:ext cx="79311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NPM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7975" y="2431554"/>
            <a:ext cx="7931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opencode-ai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1763" y="2856905"/>
            <a:ext cx="0" cy="67285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975" y="2958405"/>
            <a:ext cx="79311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Homebrew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7975" y="3256806"/>
            <a:ext cx="7931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anomalyco/tap/opencode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1763" y="3682157"/>
            <a:ext cx="0" cy="67285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975" y="3783657"/>
            <a:ext cx="79311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Docker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7975" y="4082058"/>
            <a:ext cx="7931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--rm ghcr.io/anomalyco/opencode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 LLM 提供商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1527125"/>
            <a:ext cx="8128099" cy="23336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TUI 中运行 </a:t>
            </a:r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/connect</a:t>
            </a:r>
            <a:pPr algn="l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命令</a:t>
            </a:r>
            <a:endParaRPr lang="en-US" sz="1800" dirty="0"/>
          </a:p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选择提供商：OpenCode Zen、OpenAI、Anthropic 等</a:t>
            </a:r>
            <a:endParaRPr lang="en-US" sz="1800" dirty="0"/>
          </a:p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访问认证页面添加 API 密钥</a:t>
            </a:r>
            <a:endParaRPr lang="en-US" sz="1800" dirty="0"/>
          </a:p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粘贴 API 密钥完成配置</a:t>
            </a:r>
            <a:endParaRPr lang="en-US" sz="1800" dirty="0"/>
          </a:p>
          <a:p>
            <a:pPr algn="l" marL="190500" indent="-190500"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支持任意 LLM 提供商，完全灵活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1763" y="1206401"/>
            <a:ext cx="0" cy="726877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7975" y="1307902"/>
            <a:ext cx="79311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智能问答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7975" y="1622227"/>
            <a:ext cx="79311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询问代码库问题，使用 @ 符号模糊搜索文件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1763" y="2034778"/>
            <a:ext cx="0" cy="726877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2136279"/>
            <a:ext cx="79311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添加功能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7975" y="2450604"/>
            <a:ext cx="79311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模式制定计划，Build 模式执行实现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1763" y="2863155"/>
            <a:ext cx="0" cy="726877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975" y="2964656"/>
            <a:ext cx="79311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修改代码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7975" y="3278981"/>
            <a:ext cx="79311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直接构建功能，遵循现有代码模式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1763" y="3691533"/>
            <a:ext cx="0" cy="726877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975" y="3793034"/>
            <a:ext cx="79311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↩️ 撤销/重做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7975" y="4107359"/>
            <a:ext cx="79311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/undo 和 /redo 命令轻松回退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使用场景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1527125"/>
            <a:ext cx="8128099" cy="2476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提问</a:t>
            </a:r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：如何处理 @file.ts 中的认证逻辑？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添加功能</a:t>
            </a:r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：为删除操作添加软删除和恢复功能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修改代码</a:t>
            </a:r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：重构 @api.js 中的函数以提高性能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拖拽图片</a:t>
            </a:r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：将设计稿拖入终端作为参考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</a:t>
            </a:r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：使用 /share 分享对话链接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自定义选项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11126"/>
            <a:ext cx="4267051" cy="584150"/>
          </a:xfrm>
          <a:prstGeom prst="roundRect">
            <a:avLst>
              <a:gd name="adj" fmla="val 8696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987326"/>
            <a:ext cx="4093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主题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4901" y="1257151"/>
            <a:ext cx="40934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选择喜欢的配色方案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1596777"/>
            <a:ext cx="4267051" cy="584150"/>
          </a:xfrm>
          <a:prstGeom prst="roundRect">
            <a:avLst>
              <a:gd name="adj" fmla="val 8696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672977"/>
            <a:ext cx="4093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快捷键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942802"/>
            <a:ext cx="40934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自定义键盘绑定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282428"/>
            <a:ext cx="4267051" cy="584150"/>
          </a:xfrm>
          <a:prstGeom prst="roundRect">
            <a:avLst>
              <a:gd name="adj" fmla="val 8696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2358628"/>
            <a:ext cx="4093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命令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901" y="2628454"/>
            <a:ext cx="40934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创建自定义命令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968079"/>
            <a:ext cx="4267051" cy="584150"/>
          </a:xfrm>
          <a:prstGeom prst="roundRect">
            <a:avLst>
              <a:gd name="adj" fmla="val 8696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3044279"/>
            <a:ext cx="4093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工具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4901" y="3314105"/>
            <a:ext cx="40934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配置外部工具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3653730"/>
            <a:ext cx="4267051" cy="584150"/>
          </a:xfrm>
          <a:prstGeom prst="roundRect">
            <a:avLst>
              <a:gd name="adj" fmla="val 8696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729930"/>
            <a:ext cx="4093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格式化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901" y="3999756"/>
            <a:ext cx="40934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代码格式化设置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4339382"/>
            <a:ext cx="4267051" cy="584150"/>
          </a:xfrm>
          <a:prstGeom prst="roundRect">
            <a:avLst>
              <a:gd name="adj" fmla="val 8696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4415582"/>
            <a:ext cx="4093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4901" y="4685407"/>
            <a:ext cx="40934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配置专用助手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5578" y="425500"/>
            <a:ext cx="435269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开始使用 OpenCode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28416" y="1749475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提升你的编码效率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82478" y="2660600"/>
            <a:ext cx="5378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文档：https://opencode.ai/docs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82478" y="3346400"/>
            <a:ext cx="5378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社区：https://opencode.ai/discord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82478" y="4032200"/>
            <a:ext cx="5378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GitHub：https://github.com/anomalyco/opencode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介绍</dc:title>
  <dc:subject>PptxGenJS Presentation</dc:subject>
  <dc:creator>OpenCode</dc:creator>
  <cp:lastModifiedBy>OpenCode</cp:lastModifiedBy>
  <cp:revision>1</cp:revision>
  <dcterms:created xsi:type="dcterms:W3CDTF">2026-01-16T14:21:39Z</dcterms:created>
  <dcterms:modified xsi:type="dcterms:W3CDTF">2026-01-16T14:21:39Z</dcterms:modified>
</cp:coreProperties>
</file>