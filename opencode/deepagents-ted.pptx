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9557"/>
            <a:ext cx="642816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</a:t>
            </a:r>
            <a:pPr algn="l" indent="0" marL="0">
              <a:lnSpc>
                <a:spcPts val="462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-US" sz="4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</a:t>
            </a:r>
            <a:pPr algn="l" indent="0" marL="0">
              <a:lnSpc>
                <a:spcPts val="4620"/>
              </a:lnSpc>
              <a:spcBef>
                <a:spcPts val="4400"/>
              </a:spcBef>
              <a:spcAft>
                <a:spcPts val="4400"/>
              </a:spcAft>
              <a:buNone/>
            </a:pPr>
            <a:endParaRPr lang="en-US" sz="4400" dirty="0"/>
          </a:p>
          <a:p>
            <a:pPr algn="l" indent="0" marL="0">
              <a:lnSpc>
                <a:spcPts val="462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让复杂任务真正可交付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600" y="3420219"/>
            <a:ext cx="1524000" cy="7620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699570"/>
            <a:ext cx="64281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面向产品的功能解读与使用路径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88579"/>
            <a:ext cx="7368448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复杂任务的最大障碍：</a:t>
            </a:r>
            <a:pPr algn="l" indent="0" marL="0">
              <a:lnSpc>
                <a:spcPts val="3910"/>
              </a:lnSpc>
              <a:spcBef>
                <a:spcPts val="3400"/>
              </a:spcBef>
              <a:spcAft>
                <a:spcPts val="3400"/>
              </a:spcAft>
              <a:buNone/>
            </a:pPr>
            <a:r>
              <a:rPr lang="en-US" sz="3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不可控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2645420"/>
            <a:ext cx="73684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 agent 在长链路、多人协作、变更目标时经常失控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3480346"/>
            <a:ext cx="73684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的目标：让“复杂任务”变成可分解、可追踪、可交付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57151"/>
            <a:ext cx="523574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80"/>
              </a:lnSpc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是什么？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600" y="2308473"/>
            <a:ext cx="52357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构建在 </a:t>
            </a:r>
            <a:pPr algn="l" indent="0" marL="0">
              <a:spcBef>
                <a:spcPts val="1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pPr algn="l" indent="0" marL="0">
              <a:spcBef>
                <a:spcPts val="1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上的深度任务代理框架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3029099"/>
            <a:ext cx="52357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面向复杂、多步骤、可协作的任务执行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3749725"/>
            <a:ext cx="52357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灵感来源：Claude Code / Deep Research / Manus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948"/>
            <a:ext cx="49653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核心能力一览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089249"/>
            <a:ext cx="4868019" cy="18794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任务规划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：内置 write_todos 拆分与跟踪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：文件系统卸载长上下文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子代理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：task 工具委派专业角色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：LangGraph Store 持久化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6799"/>
            <a:ext cx="47177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默认中间件 = 即插即用能力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324100"/>
            <a:ext cx="4625280" cy="14095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TodoList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：任务拆解与进度状态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：读写/编辑/检索与执行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：自动生成子代理协作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948"/>
            <a:ext cx="47177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可配置后端 = 适配不同业务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089249"/>
            <a:ext cx="4625280" cy="18794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StateBackend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：轻量临时状态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FilesystemBackend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：本地文件系统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StoreBackend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：跨线程持久化记忆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CompositeBackend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：路径路由组合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948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使用路径（产品视角）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089249"/>
            <a:ext cx="3810000" cy="18794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定义业务任务与交付标准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配置工具、子代理与记忆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运行与人机协作干预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沉淀知识与复用流程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948"/>
            <a:ext cx="4014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功能优势（产品价值）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089249"/>
            <a:ext cx="3936206" cy="18794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可追踪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：任务拆解与进度显性化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可控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：人机协作与关键步骤审核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：流程与记忆沉淀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：子代理分工与工具接入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01948"/>
            <a:ext cx="4014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适用场景（功能驱动）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089249"/>
            <a:ext cx="3936206" cy="18794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研究与调研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：多步骤信息整合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复杂交付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：跨工具、跨团队流程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自动化运营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：可控执行与审计</a:t>
            </a:r>
            <a:endParaRPr lang="en-US" sz="2000" dirty="0"/>
          </a:p>
          <a:p>
            <a:pPr algn="l" marL="190500" indent="-190500">
              <a:lnSpc>
                <a:spcPts val="27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知识产品</a:t>
            </a:r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：持续积累与复用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902768"/>
            <a:ext cx="6788098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结论：让 </a:t>
            </a:r>
            <a:pPr algn="l" indent="0" marL="0">
              <a:lnSpc>
                <a:spcPts val="396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功能落地</a:t>
            </a:r>
            <a:pPr algn="l" indent="0" marL="0">
              <a:lnSpc>
                <a:spcPts val="3960"/>
              </a:lnSpc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成为可控流程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3091458"/>
            <a:ext cx="67880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B6C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下一步：选择 1-2 个高价值流程试点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DeepAgents 使用（产品向）</dc:title>
  <dc:subject>PptxGenJS Presentation</dc:subject>
  <dc:creator>Sisyphus</dc:creator>
  <cp:lastModifiedBy>Sisyphus</cp:lastModifiedBy>
  <cp:revision>1</cp:revision>
  <dcterms:created xsi:type="dcterms:W3CDTF">2026-01-17T04:33:25Z</dcterms:created>
  <dcterms:modified xsi:type="dcterms:W3CDTF">2026-01-17T04:33:25Z</dcterms:modified>
</cp:coreProperties>
</file>